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21"/>
  </p:notesMasterIdLst>
  <p:sldIdLst>
    <p:sldId id="1303" r:id="rId5"/>
    <p:sldId id="1310" r:id="rId6"/>
    <p:sldId id="1311" r:id="rId7"/>
    <p:sldId id="1301" r:id="rId8"/>
    <p:sldId id="1312" r:id="rId9"/>
    <p:sldId id="1302" r:id="rId10"/>
    <p:sldId id="1313" r:id="rId11"/>
    <p:sldId id="1314" r:id="rId12"/>
    <p:sldId id="1306" r:id="rId13"/>
    <p:sldId id="1315" r:id="rId14"/>
    <p:sldId id="1307" r:id="rId15"/>
    <p:sldId id="1308" r:id="rId16"/>
    <p:sldId id="1295" r:id="rId17"/>
    <p:sldId id="1316" r:id="rId18"/>
    <p:sldId id="1296" r:id="rId19"/>
    <p:sldId id="1250"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6E77E6-D46B-400E-A1E8-C7F5EFBCDFCB}" v="39" dt="2026-03-13T19:05:22.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68" d="100"/>
          <a:sy n="68" d="100"/>
        </p:scale>
        <p:origin x="-230" y="67"/>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2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slide" Target="slides/slide15.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n Gehlot" userId="5adef2b7d100f6c1" providerId="LiveId" clId="{B3D0D181-C472-44AD-8226-17A7412AB576}"/>
    <pc:docChg chg="custSel addSld modSld">
      <pc:chgData name="Sohan Gehlot" userId="5adef2b7d100f6c1" providerId="LiveId" clId="{B3D0D181-C472-44AD-8226-17A7412AB576}" dt="2026-03-13T19:05:35.435" v="1659" actId="20577"/>
      <pc:docMkLst>
        <pc:docMk/>
      </pc:docMkLst>
      <pc:sldChg chg="modSp mod">
        <pc:chgData name="Sohan Gehlot" userId="5adef2b7d100f6c1" providerId="LiveId" clId="{B3D0D181-C472-44AD-8226-17A7412AB576}" dt="2026-03-13T18:55:57.528" v="1574" actId="20577"/>
        <pc:sldMkLst>
          <pc:docMk/>
          <pc:sldMk cId="2046321281" sldId="1295"/>
        </pc:sldMkLst>
        <pc:spChg chg="mod">
          <ac:chgData name="Sohan Gehlot" userId="5adef2b7d100f6c1" providerId="LiveId" clId="{B3D0D181-C472-44AD-8226-17A7412AB576}" dt="2026-03-13T18:55:57.528" v="1574" actId="20577"/>
          <ac:spMkLst>
            <pc:docMk/>
            <pc:sldMk cId="2046321281" sldId="1295"/>
            <ac:spMk id="4" creationId="{EC8B546F-F91E-160B-DC7F-688AFB5A50EA}"/>
          </ac:spMkLst>
        </pc:spChg>
      </pc:sldChg>
      <pc:sldChg chg="addSp delSp modSp mod">
        <pc:chgData name="Sohan Gehlot" userId="5adef2b7d100f6c1" providerId="LiveId" clId="{B3D0D181-C472-44AD-8226-17A7412AB576}" dt="2026-03-13T19:05:35.435" v="1659" actId="20577"/>
        <pc:sldMkLst>
          <pc:docMk/>
          <pc:sldMk cId="1307925877" sldId="1296"/>
        </pc:sldMkLst>
        <pc:spChg chg="add del mod">
          <ac:chgData name="Sohan Gehlot" userId="5adef2b7d100f6c1" providerId="LiveId" clId="{B3D0D181-C472-44AD-8226-17A7412AB576}" dt="2026-03-13T19:03:17.667" v="1648"/>
          <ac:spMkLst>
            <pc:docMk/>
            <pc:sldMk cId="1307925877" sldId="1296"/>
            <ac:spMk id="2" creationId="{5CD28AFD-1330-C6EC-8C33-0FBB81F4E846}"/>
          </ac:spMkLst>
        </pc:spChg>
        <pc:spChg chg="mod">
          <ac:chgData name="Sohan Gehlot" userId="5adef2b7d100f6c1" providerId="LiveId" clId="{B3D0D181-C472-44AD-8226-17A7412AB576}" dt="2026-03-13T19:05:13.957" v="1656" actId="1076"/>
          <ac:spMkLst>
            <pc:docMk/>
            <pc:sldMk cId="1307925877" sldId="1296"/>
            <ac:spMk id="3" creationId="{02C0F50E-3048-BEA6-6962-A48C023C0388}"/>
          </ac:spMkLst>
        </pc:spChg>
        <pc:spChg chg="mod">
          <ac:chgData name="Sohan Gehlot" userId="5adef2b7d100f6c1" providerId="LiveId" clId="{B3D0D181-C472-44AD-8226-17A7412AB576}" dt="2026-03-13T19:05:35.435" v="1659" actId="20577"/>
          <ac:spMkLst>
            <pc:docMk/>
            <pc:sldMk cId="1307925877" sldId="1296"/>
            <ac:spMk id="4" creationId="{EC8B546F-F91E-160B-DC7F-688AFB5A50EA}"/>
          </ac:spMkLst>
        </pc:spChg>
        <pc:spChg chg="add del mod">
          <ac:chgData name="Sohan Gehlot" userId="5adef2b7d100f6c1" providerId="LiveId" clId="{B3D0D181-C472-44AD-8226-17A7412AB576}" dt="2026-03-13T19:02:45.921" v="1640"/>
          <ac:spMkLst>
            <pc:docMk/>
            <pc:sldMk cId="1307925877" sldId="1296"/>
            <ac:spMk id="5" creationId="{0D7C37E5-0C7B-03E0-F9EB-2EFD417D2017}"/>
          </ac:spMkLst>
        </pc:spChg>
        <pc:spChg chg="add mod">
          <ac:chgData name="Sohan Gehlot" userId="5adef2b7d100f6c1" providerId="LiveId" clId="{B3D0D181-C472-44AD-8226-17A7412AB576}" dt="2026-03-13T19:05:22.058" v="1657" actId="20578"/>
          <ac:spMkLst>
            <pc:docMk/>
            <pc:sldMk cId="1307925877" sldId="1296"/>
            <ac:spMk id="6" creationId="{8B283FF7-3905-51E6-9C1F-29CCFA3608BE}"/>
          </ac:spMkLst>
        </pc:spChg>
      </pc:sldChg>
      <pc:sldChg chg="modSp mod">
        <pc:chgData name="Sohan Gehlot" userId="5adef2b7d100f6c1" providerId="LiveId" clId="{B3D0D181-C472-44AD-8226-17A7412AB576}" dt="2026-03-13T17:49:45.951" v="1145" actId="20577"/>
        <pc:sldMkLst>
          <pc:docMk/>
          <pc:sldMk cId="1066288702" sldId="1301"/>
        </pc:sldMkLst>
        <pc:spChg chg="mod">
          <ac:chgData name="Sohan Gehlot" userId="5adef2b7d100f6c1" providerId="LiveId" clId="{B3D0D181-C472-44AD-8226-17A7412AB576}" dt="2026-03-13T17:49:45.951" v="1145" actId="20577"/>
          <ac:spMkLst>
            <pc:docMk/>
            <pc:sldMk cId="1066288702" sldId="1301"/>
            <ac:spMk id="8" creationId="{60187D97-AC02-5BCF-D768-8D617B7921FC}"/>
          </ac:spMkLst>
        </pc:spChg>
        <pc:spChg chg="mod">
          <ac:chgData name="Sohan Gehlot" userId="5adef2b7d100f6c1" providerId="LiveId" clId="{B3D0D181-C472-44AD-8226-17A7412AB576}" dt="2026-03-13T17:42:09.765" v="961" actId="255"/>
          <ac:spMkLst>
            <pc:docMk/>
            <pc:sldMk cId="1066288702" sldId="1301"/>
            <ac:spMk id="10" creationId="{5DB1BC4A-9C06-38DD-7C54-031675AB8B42}"/>
          </ac:spMkLst>
        </pc:spChg>
      </pc:sldChg>
      <pc:sldChg chg="modSp mod">
        <pc:chgData name="Sohan Gehlot" userId="5adef2b7d100f6c1" providerId="LiveId" clId="{B3D0D181-C472-44AD-8226-17A7412AB576}" dt="2026-03-13T18:06:26.195" v="1243" actId="255"/>
        <pc:sldMkLst>
          <pc:docMk/>
          <pc:sldMk cId="2025430063" sldId="1302"/>
        </pc:sldMkLst>
        <pc:spChg chg="mod">
          <ac:chgData name="Sohan Gehlot" userId="5adef2b7d100f6c1" providerId="LiveId" clId="{B3D0D181-C472-44AD-8226-17A7412AB576}" dt="2026-03-13T18:06:26.195" v="1243" actId="255"/>
          <ac:spMkLst>
            <pc:docMk/>
            <pc:sldMk cId="2025430063" sldId="1302"/>
            <ac:spMk id="4" creationId="{FCC299C6-A902-0E4E-F505-019C3D9286E4}"/>
          </ac:spMkLst>
        </pc:spChg>
        <pc:spChg chg="mod">
          <ac:chgData name="Sohan Gehlot" userId="5adef2b7d100f6c1" providerId="LiveId" clId="{B3D0D181-C472-44AD-8226-17A7412AB576}" dt="2026-03-13T18:00:24.950" v="1169" actId="255"/>
          <ac:spMkLst>
            <pc:docMk/>
            <pc:sldMk cId="2025430063" sldId="1302"/>
            <ac:spMk id="5" creationId="{0A86DC2D-04B5-6DF2-25D3-F5C8914AB624}"/>
          </ac:spMkLst>
        </pc:spChg>
      </pc:sldChg>
      <pc:sldChg chg="modSp mod">
        <pc:chgData name="Sohan Gehlot" userId="5adef2b7d100f6c1" providerId="LiveId" clId="{B3D0D181-C472-44AD-8226-17A7412AB576}" dt="2026-03-13T08:47:46.855" v="331" actId="20577"/>
        <pc:sldMkLst>
          <pc:docMk/>
          <pc:sldMk cId="498854076" sldId="1303"/>
        </pc:sldMkLst>
        <pc:spChg chg="mod">
          <ac:chgData name="Sohan Gehlot" userId="5adef2b7d100f6c1" providerId="LiveId" clId="{B3D0D181-C472-44AD-8226-17A7412AB576}" dt="2026-03-13T08:38:40.857" v="167" actId="14100"/>
          <ac:spMkLst>
            <pc:docMk/>
            <pc:sldMk cId="498854076" sldId="1303"/>
            <ac:spMk id="2" creationId="{F6F19223-1516-B9D6-0D92-8A75320E6DC6}"/>
          </ac:spMkLst>
        </pc:spChg>
        <pc:spChg chg="mod">
          <ac:chgData name="Sohan Gehlot" userId="5adef2b7d100f6c1" providerId="LiveId" clId="{B3D0D181-C472-44AD-8226-17A7412AB576}" dt="2026-03-13T08:47:46.855" v="331" actId="20577"/>
          <ac:spMkLst>
            <pc:docMk/>
            <pc:sldMk cId="498854076" sldId="1303"/>
            <ac:spMk id="18" creationId="{CA298952-1BDB-C0AE-516A-649A0AADEA76}"/>
          </ac:spMkLst>
        </pc:spChg>
        <pc:picChg chg="mod">
          <ac:chgData name="Sohan Gehlot" userId="5adef2b7d100f6c1" providerId="LiveId" clId="{B3D0D181-C472-44AD-8226-17A7412AB576}" dt="2026-03-13T08:43:06.323" v="202" actId="1076"/>
          <ac:picMkLst>
            <pc:docMk/>
            <pc:sldMk cId="498854076" sldId="1303"/>
            <ac:picMk id="6" creationId="{2F44FAA3-CD3A-C2DE-34BE-DD7BBE78D64E}"/>
          </ac:picMkLst>
        </pc:picChg>
      </pc:sldChg>
      <pc:sldChg chg="modSp mod">
        <pc:chgData name="Sohan Gehlot" userId="5adef2b7d100f6c1" providerId="LiveId" clId="{B3D0D181-C472-44AD-8226-17A7412AB576}" dt="2026-03-13T18:29:15.547" v="1304" actId="12"/>
        <pc:sldMkLst>
          <pc:docMk/>
          <pc:sldMk cId="3408175703" sldId="1306"/>
        </pc:sldMkLst>
        <pc:spChg chg="mod">
          <ac:chgData name="Sohan Gehlot" userId="5adef2b7d100f6c1" providerId="LiveId" clId="{B3D0D181-C472-44AD-8226-17A7412AB576}" dt="2026-03-13T18:29:15.547" v="1304" actId="12"/>
          <ac:spMkLst>
            <pc:docMk/>
            <pc:sldMk cId="3408175703" sldId="1306"/>
            <ac:spMk id="5" creationId="{E593AA17-5B15-43A6-7AF2-5319AB973A56}"/>
          </ac:spMkLst>
        </pc:spChg>
      </pc:sldChg>
      <pc:sldChg chg="modSp mod">
        <pc:chgData name="Sohan Gehlot" userId="5adef2b7d100f6c1" providerId="LiveId" clId="{B3D0D181-C472-44AD-8226-17A7412AB576}" dt="2026-03-13T18:45:42.013" v="1541" actId="1076"/>
        <pc:sldMkLst>
          <pc:docMk/>
          <pc:sldMk cId="3588832992" sldId="1307"/>
        </pc:sldMkLst>
        <pc:spChg chg="mod">
          <ac:chgData name="Sohan Gehlot" userId="5adef2b7d100f6c1" providerId="LiveId" clId="{B3D0D181-C472-44AD-8226-17A7412AB576}" dt="2026-03-13T18:45:42.013" v="1541" actId="1076"/>
          <ac:spMkLst>
            <pc:docMk/>
            <pc:sldMk cId="3588832992" sldId="1307"/>
            <ac:spMk id="4" creationId="{C4C86F6F-7155-7EC3-58B1-50842D7FA97A}"/>
          </ac:spMkLst>
        </pc:spChg>
      </pc:sldChg>
      <pc:sldChg chg="modSp mod">
        <pc:chgData name="Sohan Gehlot" userId="5adef2b7d100f6c1" providerId="LiveId" clId="{B3D0D181-C472-44AD-8226-17A7412AB576}" dt="2026-03-13T18:50:23.907" v="1557" actId="20577"/>
        <pc:sldMkLst>
          <pc:docMk/>
          <pc:sldMk cId="2848511273" sldId="1308"/>
        </pc:sldMkLst>
        <pc:spChg chg="mod">
          <ac:chgData name="Sohan Gehlot" userId="5adef2b7d100f6c1" providerId="LiveId" clId="{B3D0D181-C472-44AD-8226-17A7412AB576}" dt="2026-03-13T18:50:23.907" v="1557" actId="20577"/>
          <ac:spMkLst>
            <pc:docMk/>
            <pc:sldMk cId="2848511273" sldId="1308"/>
            <ac:spMk id="4" creationId="{5DD3A5A0-5DE1-57D5-1967-A49F57C9AB4B}"/>
          </ac:spMkLst>
        </pc:spChg>
      </pc:sldChg>
      <pc:sldChg chg="addSp modSp mod">
        <pc:chgData name="Sohan Gehlot" userId="5adef2b7d100f6c1" providerId="LiveId" clId="{B3D0D181-C472-44AD-8226-17A7412AB576}" dt="2026-03-13T17:24:26.959" v="633" actId="1076"/>
        <pc:sldMkLst>
          <pc:docMk/>
          <pc:sldMk cId="1479379366" sldId="1310"/>
        </pc:sldMkLst>
        <pc:spChg chg="mod">
          <ac:chgData name="Sohan Gehlot" userId="5adef2b7d100f6c1" providerId="LiveId" clId="{B3D0D181-C472-44AD-8226-17A7412AB576}" dt="2026-03-13T17:23:34.790" v="629" actId="14100"/>
          <ac:spMkLst>
            <pc:docMk/>
            <pc:sldMk cId="1479379366" sldId="1310"/>
            <ac:spMk id="2" creationId="{517E990F-3D74-1CD2-E0DE-BA7D8581226A}"/>
          </ac:spMkLst>
        </pc:spChg>
        <pc:spChg chg="add mod">
          <ac:chgData name="Sohan Gehlot" userId="5adef2b7d100f6c1" providerId="LiveId" clId="{B3D0D181-C472-44AD-8226-17A7412AB576}" dt="2026-03-13T17:11:19.432" v="454" actId="1076"/>
          <ac:spMkLst>
            <pc:docMk/>
            <pc:sldMk cId="1479379366" sldId="1310"/>
            <ac:spMk id="3" creationId="{00EAF35C-F44F-3C38-9AD4-38B9F9EAD9CA}"/>
          </ac:spMkLst>
        </pc:spChg>
        <pc:spChg chg="add mod">
          <ac:chgData name="Sohan Gehlot" userId="5adef2b7d100f6c1" providerId="LiveId" clId="{B3D0D181-C472-44AD-8226-17A7412AB576}" dt="2026-03-13T17:13:08.736" v="480" actId="1076"/>
          <ac:spMkLst>
            <pc:docMk/>
            <pc:sldMk cId="1479379366" sldId="1310"/>
            <ac:spMk id="4" creationId="{2B28CFB0-4A17-052E-D5CD-16446D9DE837}"/>
          </ac:spMkLst>
        </pc:spChg>
        <pc:spChg chg="add mod">
          <ac:chgData name="Sohan Gehlot" userId="5adef2b7d100f6c1" providerId="LiveId" clId="{B3D0D181-C472-44AD-8226-17A7412AB576}" dt="2026-03-13T17:13:51.930" v="485" actId="1076"/>
          <ac:spMkLst>
            <pc:docMk/>
            <pc:sldMk cId="1479379366" sldId="1310"/>
            <ac:spMk id="5" creationId="{855BA917-B652-44A9-D958-43271388609A}"/>
          </ac:spMkLst>
        </pc:spChg>
        <pc:spChg chg="add mod">
          <ac:chgData name="Sohan Gehlot" userId="5adef2b7d100f6c1" providerId="LiveId" clId="{B3D0D181-C472-44AD-8226-17A7412AB576}" dt="2026-03-13T17:18:59.735" v="503" actId="1076"/>
          <ac:spMkLst>
            <pc:docMk/>
            <pc:sldMk cId="1479379366" sldId="1310"/>
            <ac:spMk id="6" creationId="{44CF6CEE-E6DD-0F6D-15A1-B9701ACA58EB}"/>
          </ac:spMkLst>
        </pc:spChg>
        <pc:spChg chg="mod">
          <ac:chgData name="Sohan Gehlot" userId="5adef2b7d100f6c1" providerId="LiveId" clId="{B3D0D181-C472-44AD-8226-17A7412AB576}" dt="2026-03-13T17:24:26.959" v="633" actId="1076"/>
          <ac:spMkLst>
            <pc:docMk/>
            <pc:sldMk cId="1479379366" sldId="1310"/>
            <ac:spMk id="10" creationId="{A7804F0F-D945-868D-6989-BC8F35292AFC}"/>
          </ac:spMkLst>
        </pc:spChg>
      </pc:sldChg>
      <pc:sldChg chg="addSp delSp modSp new mod modNotesTx">
        <pc:chgData name="Sohan Gehlot" userId="5adef2b7d100f6c1" providerId="LiveId" clId="{B3D0D181-C472-44AD-8226-17A7412AB576}" dt="2026-03-13T17:38:26.805" v="901" actId="20577"/>
        <pc:sldMkLst>
          <pc:docMk/>
          <pc:sldMk cId="922916929" sldId="1311"/>
        </pc:sldMkLst>
        <pc:spChg chg="add del mod">
          <ac:chgData name="Sohan Gehlot" userId="5adef2b7d100f6c1" providerId="LiveId" clId="{B3D0D181-C472-44AD-8226-17A7412AB576}" dt="2026-03-13T17:26:46.440" v="657"/>
          <ac:spMkLst>
            <pc:docMk/>
            <pc:sldMk cId="922916929" sldId="1311"/>
            <ac:spMk id="3" creationId="{2710D7E8-19BA-DC5D-29F9-96D602B75072}"/>
          </ac:spMkLst>
        </pc:spChg>
        <pc:spChg chg="add del mod">
          <ac:chgData name="Sohan Gehlot" userId="5adef2b7d100f6c1" providerId="LiveId" clId="{B3D0D181-C472-44AD-8226-17A7412AB576}" dt="2026-03-13T17:30:50.034" v="682" actId="478"/>
          <ac:spMkLst>
            <pc:docMk/>
            <pc:sldMk cId="922916929" sldId="1311"/>
            <ac:spMk id="5" creationId="{C6C857BA-3809-1ED7-6087-164212340D2F}"/>
          </ac:spMkLst>
        </pc:spChg>
        <pc:spChg chg="add mod">
          <ac:chgData name="Sohan Gehlot" userId="5adef2b7d100f6c1" providerId="LiveId" clId="{B3D0D181-C472-44AD-8226-17A7412AB576}" dt="2026-03-13T17:37:36.689" v="890" actId="14100"/>
          <ac:spMkLst>
            <pc:docMk/>
            <pc:sldMk cId="922916929" sldId="1311"/>
            <ac:spMk id="7" creationId="{60BB4E6D-C7E3-C614-5C79-5550A3FA5FAC}"/>
          </ac:spMkLst>
        </pc:spChg>
        <pc:spChg chg="add del mod">
          <ac:chgData name="Sohan Gehlot" userId="5adef2b7d100f6c1" providerId="LiveId" clId="{B3D0D181-C472-44AD-8226-17A7412AB576}" dt="2026-03-13T17:33:11.322" v="697"/>
          <ac:spMkLst>
            <pc:docMk/>
            <pc:sldMk cId="922916929" sldId="1311"/>
            <ac:spMk id="9" creationId="{E1496921-1C2D-3583-D0C8-B8ED53BA539A}"/>
          </ac:spMkLst>
        </pc:spChg>
        <pc:spChg chg="add mod">
          <ac:chgData name="Sohan Gehlot" userId="5adef2b7d100f6c1" providerId="LiveId" clId="{B3D0D181-C472-44AD-8226-17A7412AB576}" dt="2026-03-13T17:38:26.805" v="901" actId="20577"/>
          <ac:spMkLst>
            <pc:docMk/>
            <pc:sldMk cId="922916929" sldId="1311"/>
            <ac:spMk id="11" creationId="{35E14B26-2EF9-87F4-76BB-DDF830104C7B}"/>
          </ac:spMkLst>
        </pc:spChg>
      </pc:sldChg>
      <pc:sldChg chg="addSp modSp new mod">
        <pc:chgData name="Sohan Gehlot" userId="5adef2b7d100f6c1" providerId="LiveId" clId="{B3D0D181-C472-44AD-8226-17A7412AB576}" dt="2026-03-13T17:58:24.639" v="1164" actId="1076"/>
        <pc:sldMkLst>
          <pc:docMk/>
          <pc:sldMk cId="3121451620" sldId="1312"/>
        </pc:sldMkLst>
        <pc:spChg chg="add mod">
          <ac:chgData name="Sohan Gehlot" userId="5adef2b7d100f6c1" providerId="LiveId" clId="{B3D0D181-C472-44AD-8226-17A7412AB576}" dt="2026-03-13T17:54:42.215" v="1154" actId="1076"/>
          <ac:spMkLst>
            <pc:docMk/>
            <pc:sldMk cId="3121451620" sldId="1312"/>
            <ac:spMk id="3" creationId="{1B745FE2-9D2D-2F60-0FE7-61EABC1A87E4}"/>
          </ac:spMkLst>
        </pc:spChg>
        <pc:spChg chg="add mod">
          <ac:chgData name="Sohan Gehlot" userId="5adef2b7d100f6c1" providerId="LiveId" clId="{B3D0D181-C472-44AD-8226-17A7412AB576}" dt="2026-03-13T17:58:24.639" v="1164" actId="1076"/>
          <ac:spMkLst>
            <pc:docMk/>
            <pc:sldMk cId="3121451620" sldId="1312"/>
            <ac:spMk id="5" creationId="{1CEC7B74-3BFE-B710-89A9-56EFAF4D32EC}"/>
          </ac:spMkLst>
        </pc:spChg>
      </pc:sldChg>
      <pc:sldChg chg="addSp modSp new mod">
        <pc:chgData name="Sohan Gehlot" userId="5adef2b7d100f6c1" providerId="LiveId" clId="{B3D0D181-C472-44AD-8226-17A7412AB576}" dt="2026-03-13T18:16:29.107" v="1267" actId="14100"/>
        <pc:sldMkLst>
          <pc:docMk/>
          <pc:sldMk cId="921938980" sldId="1313"/>
        </pc:sldMkLst>
        <pc:spChg chg="add mod">
          <ac:chgData name="Sohan Gehlot" userId="5adef2b7d100f6c1" providerId="LiveId" clId="{B3D0D181-C472-44AD-8226-17A7412AB576}" dt="2026-03-13T18:15:33.369" v="1261" actId="1076"/>
          <ac:spMkLst>
            <pc:docMk/>
            <pc:sldMk cId="921938980" sldId="1313"/>
            <ac:spMk id="3" creationId="{174D4003-6F14-4354-0723-9F2098E698DD}"/>
          </ac:spMkLst>
        </pc:spChg>
        <pc:spChg chg="add mod">
          <ac:chgData name="Sohan Gehlot" userId="5adef2b7d100f6c1" providerId="LiveId" clId="{B3D0D181-C472-44AD-8226-17A7412AB576}" dt="2026-03-13T18:16:29.107" v="1267" actId="14100"/>
          <ac:spMkLst>
            <pc:docMk/>
            <pc:sldMk cId="921938980" sldId="1313"/>
            <ac:spMk id="5" creationId="{2803ABC9-E7C7-7527-49CF-A284EC5CF669}"/>
          </ac:spMkLst>
        </pc:spChg>
      </pc:sldChg>
      <pc:sldChg chg="addSp modSp new mod">
        <pc:chgData name="Sohan Gehlot" userId="5adef2b7d100f6c1" providerId="LiveId" clId="{B3D0D181-C472-44AD-8226-17A7412AB576}" dt="2026-03-13T18:22:56.743" v="1293" actId="14100"/>
        <pc:sldMkLst>
          <pc:docMk/>
          <pc:sldMk cId="3668223831" sldId="1314"/>
        </pc:sldMkLst>
        <pc:spChg chg="add mod">
          <ac:chgData name="Sohan Gehlot" userId="5adef2b7d100f6c1" providerId="LiveId" clId="{B3D0D181-C472-44AD-8226-17A7412AB576}" dt="2026-03-13T18:20:59.330" v="1284" actId="113"/>
          <ac:spMkLst>
            <pc:docMk/>
            <pc:sldMk cId="3668223831" sldId="1314"/>
            <ac:spMk id="3" creationId="{8A79C722-644A-AE0F-9597-E3A44316EEEB}"/>
          </ac:spMkLst>
        </pc:spChg>
        <pc:spChg chg="add mod">
          <ac:chgData name="Sohan Gehlot" userId="5adef2b7d100f6c1" providerId="LiveId" clId="{B3D0D181-C472-44AD-8226-17A7412AB576}" dt="2026-03-13T18:22:56.743" v="1293" actId="14100"/>
          <ac:spMkLst>
            <pc:docMk/>
            <pc:sldMk cId="3668223831" sldId="1314"/>
            <ac:spMk id="5" creationId="{E49F3008-198E-1F88-7AF3-B776EEA729FD}"/>
          </ac:spMkLst>
        </pc:spChg>
      </pc:sldChg>
      <pc:sldChg chg="addSp modSp new mod modNotesTx">
        <pc:chgData name="Sohan Gehlot" userId="5adef2b7d100f6c1" providerId="LiveId" clId="{B3D0D181-C472-44AD-8226-17A7412AB576}" dt="2026-03-13T18:41:47.855" v="1342" actId="20577"/>
        <pc:sldMkLst>
          <pc:docMk/>
          <pc:sldMk cId="2052976926" sldId="1315"/>
        </pc:sldMkLst>
        <pc:spChg chg="add mod">
          <ac:chgData name="Sohan Gehlot" userId="5adef2b7d100f6c1" providerId="LiveId" clId="{B3D0D181-C472-44AD-8226-17A7412AB576}" dt="2026-03-13T18:41:47.855" v="1342" actId="20577"/>
          <ac:spMkLst>
            <pc:docMk/>
            <pc:sldMk cId="2052976926" sldId="1315"/>
            <ac:spMk id="7" creationId="{8973A533-F699-7168-E834-0F461CFA932D}"/>
          </ac:spMkLst>
        </pc:spChg>
        <pc:picChg chg="add mod">
          <ac:chgData name="Sohan Gehlot" userId="5adef2b7d100f6c1" providerId="LiveId" clId="{B3D0D181-C472-44AD-8226-17A7412AB576}" dt="2026-03-13T18:39:42.346" v="1313" actId="1076"/>
          <ac:picMkLst>
            <pc:docMk/>
            <pc:sldMk cId="2052976926" sldId="1315"/>
            <ac:picMk id="3" creationId="{4C465BCE-1D0F-586C-D0B1-65E65244E5CD}"/>
          </ac:picMkLst>
        </pc:picChg>
        <pc:picChg chg="add mod">
          <ac:chgData name="Sohan Gehlot" userId="5adef2b7d100f6c1" providerId="LiveId" clId="{B3D0D181-C472-44AD-8226-17A7412AB576}" dt="2026-03-13T18:39:52.873" v="1315" actId="1076"/>
          <ac:picMkLst>
            <pc:docMk/>
            <pc:sldMk cId="2052976926" sldId="1315"/>
            <ac:picMk id="5" creationId="{5874F1A0-23EC-A36D-DC4B-0388C9CBAC9F}"/>
          </ac:picMkLst>
        </pc:picChg>
      </pc:sldChg>
      <pc:sldChg chg="addSp modSp new mod modNotesTx">
        <pc:chgData name="Sohan Gehlot" userId="5adef2b7d100f6c1" providerId="LiveId" clId="{B3D0D181-C472-44AD-8226-17A7412AB576}" dt="2026-03-13T18:58:46.087" v="1602" actId="255"/>
        <pc:sldMkLst>
          <pc:docMk/>
          <pc:sldMk cId="3544096323" sldId="1316"/>
        </pc:sldMkLst>
        <pc:spChg chg="add mod">
          <ac:chgData name="Sohan Gehlot" userId="5adef2b7d100f6c1" providerId="LiveId" clId="{B3D0D181-C472-44AD-8226-17A7412AB576}" dt="2026-03-13T18:57:58.860" v="1584" actId="14100"/>
          <ac:spMkLst>
            <pc:docMk/>
            <pc:sldMk cId="3544096323" sldId="1316"/>
            <ac:spMk id="3" creationId="{AE11E853-A100-17FC-4290-4920D0B291AA}"/>
          </ac:spMkLst>
        </pc:spChg>
        <pc:spChg chg="add mod">
          <ac:chgData name="Sohan Gehlot" userId="5adef2b7d100f6c1" providerId="LiveId" clId="{B3D0D181-C472-44AD-8226-17A7412AB576}" dt="2026-03-13T18:58:46.087" v="1602" actId="255"/>
          <ac:spMkLst>
            <pc:docMk/>
            <pc:sldMk cId="3544096323" sldId="1316"/>
            <ac:spMk id="5" creationId="{43773D32-6FF3-1844-3B6E-F0E273E87A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endParaRPr lang="en-US" dirty="0"/>
          </a:p>
          <a:p>
            <a:endParaRPr lang="en-IN" dirty="0"/>
          </a:p>
          <a:p>
            <a:endParaRPr lang="en-IN" dirty="0"/>
          </a:p>
        </p:txBody>
      </p:sp>
    </p:spTree>
    <p:extLst>
      <p:ext uri="{BB962C8B-B14F-4D97-AF65-F5344CB8AC3E}">
        <p14:creationId xmlns:p14="http://schemas.microsoft.com/office/powerpoint/2010/main" val="254491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Graphs/</a:t>
            </a:r>
            <a:r>
              <a:rPr lang="en-US" dirty="0" err="1"/>
              <a:t>visualisation</a:t>
            </a:r>
            <a:endParaRPr lang="en-IN" dirty="0"/>
          </a:p>
        </p:txBody>
      </p:sp>
    </p:spTree>
    <p:extLst>
      <p:ext uri="{BB962C8B-B14F-4D97-AF65-F5344CB8AC3E}">
        <p14:creationId xmlns:p14="http://schemas.microsoft.com/office/powerpoint/2010/main" val="275465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works</a:t>
            </a:r>
            <a:endParaRPr lang="en-IN" dirty="0"/>
          </a:p>
        </p:txBody>
      </p:sp>
    </p:spTree>
    <p:extLst>
      <p:ext uri="{BB962C8B-B14F-4D97-AF65-F5344CB8AC3E}">
        <p14:creationId xmlns:p14="http://schemas.microsoft.com/office/powerpoint/2010/main" val="1895189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numpy.org/" TargetMode="External"/><Relationship Id="rId5" Type="http://schemas.openxmlformats.org/officeDocument/2006/relationships/hyperlink" Target="https://pandas.pydata.org/" TargetMode="External"/><Relationship Id="rId4" Type="http://schemas.openxmlformats.org/officeDocument/2006/relationships/hyperlink" Target="https://scikit-learn.org/"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96819" y="0"/>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4775200" y="2290430"/>
            <a:ext cx="9242014" cy="977899"/>
          </a:xfrm>
          <a:prstGeom prst="rect">
            <a:avLst/>
          </a:prstGeom>
          <a:noFill/>
        </p:spPr>
        <p:txBody>
          <a:bodyPr wrap="square" rtlCol="0">
            <a:spAutoFit/>
          </a:bodyPr>
          <a:lstStyle/>
          <a:p>
            <a:r>
              <a:rPr lang="en-US" sz="2800" dirty="0">
                <a:solidFill>
                  <a:schemeClr val="tx2"/>
                </a:solidFill>
              </a:rPr>
              <a:t>AI-Based Energy Consumption Prediction </a:t>
            </a:r>
          </a:p>
          <a:p>
            <a:r>
              <a:rPr lang="en-US" sz="2800" dirty="0">
                <a:solidFill>
                  <a:schemeClr val="tx2"/>
                </a:solidFill>
              </a:rPr>
              <a:t>for Sustainable Buildings.</a:t>
            </a: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5454127" y="4136887"/>
            <a:ext cx="5370197" cy="1528945"/>
          </a:xfrm>
          <a:prstGeom prst="rect">
            <a:avLst/>
          </a:prstGeom>
          <a:noFill/>
        </p:spPr>
        <p:txBody>
          <a:bodyPr wrap="square" rtlCol="0">
            <a:spAutoFit/>
          </a:bodyPr>
          <a:lstStyle/>
          <a:p>
            <a:r>
              <a:rPr lang="en-US" dirty="0">
                <a:solidFill>
                  <a:schemeClr val="bg1"/>
                </a:solidFill>
              </a:rPr>
              <a:t>College Name: -PIET</a:t>
            </a:r>
          </a:p>
          <a:p>
            <a:r>
              <a:rPr lang="en-US" dirty="0">
                <a:solidFill>
                  <a:schemeClr val="bg1"/>
                </a:solidFill>
              </a:rPr>
              <a:t>Student names:- 1.Sohan Gehlot </a:t>
            </a:r>
          </a:p>
          <a:p>
            <a:r>
              <a:rPr lang="en-US" dirty="0">
                <a:solidFill>
                  <a:schemeClr val="bg1"/>
                </a:solidFill>
              </a:rPr>
              <a:t>                            2.Shubham Singh</a:t>
            </a:r>
          </a:p>
          <a:p>
            <a:r>
              <a:rPr lang="en-US" dirty="0">
                <a:solidFill>
                  <a:schemeClr val="bg1"/>
                </a:solidFill>
              </a:rPr>
              <a:t>                            3.Om Chauhan</a:t>
            </a:r>
          </a:p>
          <a:p>
            <a:r>
              <a:rPr lang="en-US" dirty="0">
                <a:solidFill>
                  <a:schemeClr val="bg1"/>
                </a:solidFill>
              </a:rPr>
              <a:t>Date :- 13-03-2026</a:t>
            </a:r>
            <a:endParaRPr lang="en-IN"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0" y="1065105"/>
            <a:ext cx="11652856" cy="400110"/>
          </a:xfrm>
          <a:prstGeom prst="rect">
            <a:avLst/>
          </a:prstGeom>
          <a:noFill/>
        </p:spPr>
        <p:txBody>
          <a:bodyPr wrap="square">
            <a:spAutoFit/>
          </a:bodyPr>
          <a:lstStyle/>
          <a:p>
            <a:pPr algn="ctr"/>
            <a:r>
              <a:rPr lang="en-IN" sz="2000" b="1" dirty="0">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77195" y="1796527"/>
            <a:ext cx="12035916" cy="480866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dirty="0"/>
              <a:t>Dataset Description:</a:t>
            </a:r>
          </a:p>
          <a:p>
            <a:r>
              <a:rPr lang="en-US" sz="2000" dirty="0"/>
              <a:t> </a:t>
            </a:r>
          </a:p>
          <a:p>
            <a:r>
              <a:rPr lang="en-US" sz="2000" dirty="0"/>
              <a:t>The dataset contains information about </a:t>
            </a:r>
            <a:r>
              <a:rPr lang="en-US" sz="2000" b="1" dirty="0"/>
              <a:t>building energy consumption</a:t>
            </a:r>
            <a:r>
              <a:rPr lang="en-US" sz="2000" dirty="0"/>
              <a:t> and environmental factors.</a:t>
            </a:r>
          </a:p>
          <a:p>
            <a:endParaRPr lang="en-US" sz="2000" dirty="0"/>
          </a:p>
          <a:p>
            <a:r>
              <a:rPr lang="en-US" sz="2000" dirty="0"/>
              <a:t>       </a:t>
            </a:r>
            <a:r>
              <a:rPr lang="en-US" sz="2000" b="1" dirty="0"/>
              <a:t>Dataset</a:t>
            </a:r>
            <a:r>
              <a:rPr lang="en-US" sz="2000" dirty="0"/>
              <a:t>: Energy Efficiency Dataset (Kaggle/UCI)</a:t>
            </a:r>
          </a:p>
          <a:p>
            <a:r>
              <a:rPr lang="en-US" sz="2000" dirty="0"/>
              <a:t>       </a:t>
            </a:r>
          </a:p>
          <a:p>
            <a:r>
              <a:rPr lang="en-US" sz="2000" dirty="0"/>
              <a:t>       </a:t>
            </a:r>
            <a:r>
              <a:rPr lang="en-US" sz="2000" b="1" dirty="0"/>
              <a:t>Features</a:t>
            </a:r>
            <a:r>
              <a:rPr lang="en-US" sz="2000" dirty="0"/>
              <a:t>: surface area, wall area, roof area, glazing area, orientation</a:t>
            </a:r>
          </a:p>
          <a:p>
            <a:endParaRPr lang="en-US" sz="2000" dirty="0"/>
          </a:p>
          <a:p>
            <a:r>
              <a:rPr lang="en-US" sz="2000" dirty="0"/>
              <a:t>      </a:t>
            </a:r>
            <a:r>
              <a:rPr lang="en-US" sz="2000" b="1" dirty="0"/>
              <a:t> Targets</a:t>
            </a:r>
            <a:r>
              <a:rPr lang="en-US" sz="2000" dirty="0"/>
              <a:t>: Heating Load and Cooling Load</a:t>
            </a:r>
          </a:p>
          <a:p>
            <a:endParaRPr lang="en-US" sz="2000" dirty="0"/>
          </a:p>
          <a:p>
            <a:r>
              <a:rPr lang="en-US" sz="2000" dirty="0"/>
              <a:t>       </a:t>
            </a:r>
            <a:r>
              <a:rPr lang="en-IN" sz="2000" b="1" dirty="0"/>
              <a:t>Dataset Size:  </a:t>
            </a:r>
            <a:r>
              <a:rPr lang="en-IN" sz="2000" dirty="0"/>
              <a:t>768 rows </a:t>
            </a:r>
            <a:r>
              <a:rPr lang="en-US" sz="2000" dirty="0"/>
              <a:t>samples with building parameters,</a:t>
            </a:r>
          </a:p>
          <a:p>
            <a:endParaRPr lang="en-IN" sz="2000" dirty="0"/>
          </a:p>
          <a:p>
            <a:endParaRPr lang="en-IN" dirty="0"/>
          </a:p>
          <a:p>
            <a:endParaRPr lang="en-IN" dirty="0"/>
          </a:p>
          <a:p>
            <a:endParaRPr lang="en-IN" dirty="0"/>
          </a:p>
          <a:p>
            <a:endParaRPr lang="en-US" dirty="0"/>
          </a:p>
        </p:txBody>
      </p:sp>
      <p:sp>
        <p:nvSpPr>
          <p:cNvPr id="3" name="Arrow: Right 2">
            <a:extLst>
              <a:ext uri="{FF2B5EF4-FFF2-40B4-BE49-F238E27FC236}">
                <a16:creationId xmlns:a16="http://schemas.microsoft.com/office/drawing/2014/main" id="{00EAF35C-F44F-3C38-9AD4-38B9F9EAD9CA}"/>
              </a:ext>
            </a:extLst>
          </p:cNvPr>
          <p:cNvSpPr/>
          <p:nvPr/>
        </p:nvSpPr>
        <p:spPr>
          <a:xfrm>
            <a:off x="202071" y="2969112"/>
            <a:ext cx="249750" cy="3227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Arrow: Right 3">
            <a:extLst>
              <a:ext uri="{FF2B5EF4-FFF2-40B4-BE49-F238E27FC236}">
                <a16:creationId xmlns:a16="http://schemas.microsoft.com/office/drawing/2014/main" id="{2B28CFB0-4A17-052E-D5CD-16446D9DE837}"/>
              </a:ext>
            </a:extLst>
          </p:cNvPr>
          <p:cNvSpPr/>
          <p:nvPr/>
        </p:nvSpPr>
        <p:spPr>
          <a:xfrm>
            <a:off x="202071" y="3554356"/>
            <a:ext cx="249750" cy="3227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855BA917-B652-44A9-D958-43271388609A}"/>
              </a:ext>
            </a:extLst>
          </p:cNvPr>
          <p:cNvSpPr/>
          <p:nvPr/>
        </p:nvSpPr>
        <p:spPr>
          <a:xfrm>
            <a:off x="202071" y="4120179"/>
            <a:ext cx="249750" cy="3227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44CF6CEE-E6DD-0F6D-15A1-B9701ACA58EB}"/>
              </a:ext>
            </a:extLst>
          </p:cNvPr>
          <p:cNvSpPr/>
          <p:nvPr/>
        </p:nvSpPr>
        <p:spPr>
          <a:xfrm>
            <a:off x="202071" y="4686002"/>
            <a:ext cx="249750" cy="3227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0BB4E6D-C7E3-C614-5C79-5550A3FA5FAC}"/>
              </a:ext>
            </a:extLst>
          </p:cNvPr>
          <p:cNvSpPr txBox="1"/>
          <p:nvPr/>
        </p:nvSpPr>
        <p:spPr>
          <a:xfrm>
            <a:off x="3046207" y="1032735"/>
            <a:ext cx="6087035" cy="584775"/>
          </a:xfrm>
          <a:prstGeom prst="rect">
            <a:avLst/>
          </a:prstGeom>
          <a:noFill/>
        </p:spPr>
        <p:txBody>
          <a:bodyPr wrap="square">
            <a:spAutoFit/>
          </a:bodyPr>
          <a:lstStyle/>
          <a:p>
            <a:pPr algn="ctr"/>
            <a:r>
              <a:rPr lang="en-US" sz="3200" b="1" dirty="0">
                <a:solidFill>
                  <a:srgbClr val="002060"/>
                </a:solidFill>
              </a:rPr>
              <a:t>Data Preprocessing</a:t>
            </a:r>
          </a:p>
        </p:txBody>
      </p:sp>
      <p:sp>
        <p:nvSpPr>
          <p:cNvPr id="11" name="TextBox 10">
            <a:extLst>
              <a:ext uri="{FF2B5EF4-FFF2-40B4-BE49-F238E27FC236}">
                <a16:creationId xmlns:a16="http://schemas.microsoft.com/office/drawing/2014/main" id="{35E14B26-2EF9-87F4-76BB-DDF830104C7B}"/>
              </a:ext>
            </a:extLst>
          </p:cNvPr>
          <p:cNvSpPr txBox="1"/>
          <p:nvPr/>
        </p:nvSpPr>
        <p:spPr>
          <a:xfrm>
            <a:off x="462578" y="2409713"/>
            <a:ext cx="11424621" cy="3231654"/>
          </a:xfrm>
          <a:prstGeom prst="rect">
            <a:avLst/>
          </a:prstGeom>
          <a:noFill/>
        </p:spPr>
        <p:txBody>
          <a:bodyPr wrap="square">
            <a:spAutoFit/>
          </a:bodyPr>
          <a:lstStyle/>
          <a:p>
            <a:r>
              <a:rPr lang="en-US" sz="3200" dirty="0"/>
              <a:t>Steps used before training the model:</a:t>
            </a:r>
          </a:p>
          <a:p>
            <a:endParaRPr lang="en-US" sz="3200" dirty="0"/>
          </a:p>
          <a:p>
            <a:r>
              <a:rPr lang="en-US" sz="2800" dirty="0"/>
              <a:t>1.Cleaned dataset using Pandas</a:t>
            </a:r>
          </a:p>
          <a:p>
            <a:r>
              <a:rPr lang="en-US" sz="2800" dirty="0"/>
              <a:t>2.Handled missing values</a:t>
            </a:r>
          </a:p>
          <a:p>
            <a:r>
              <a:rPr lang="en-US" sz="2800" dirty="0"/>
              <a:t>3.Normalized features</a:t>
            </a:r>
          </a:p>
          <a:p>
            <a:r>
              <a:rPr lang="en-US" sz="2800" dirty="0"/>
              <a:t>4.Splitting dataset into training and testing</a:t>
            </a:r>
          </a:p>
          <a:p>
            <a:r>
              <a:rPr lang="en-US" sz="2800" dirty="0"/>
              <a:t>5.Converted data to NumPy arrays for ML model training</a:t>
            </a:r>
          </a:p>
        </p:txBody>
      </p:sp>
    </p:spTree>
    <p:extLst>
      <p:ext uri="{BB962C8B-B14F-4D97-AF65-F5344CB8AC3E}">
        <p14:creationId xmlns:p14="http://schemas.microsoft.com/office/powerpoint/2010/main" val="922916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638915"/>
            <a:ext cx="78867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t>Brief Overview</a:t>
            </a:r>
            <a:r>
              <a:rPr lang="en-US" dirty="0"/>
              <a:t>:</a:t>
            </a:r>
          </a:p>
          <a:p>
            <a:endParaRPr lang="en-US" dirty="0"/>
          </a:p>
          <a:p>
            <a:pPr marL="342900" indent="-342900">
              <a:buFont typeface="Wingdings" panose="05000000000000000000" pitchFamily="2" charset="2"/>
              <a:buChar char="q"/>
            </a:pPr>
            <a:r>
              <a:rPr lang="en-US" dirty="0"/>
              <a:t> Energy consumption in buildings contributes significantly to </a:t>
            </a:r>
            <a:r>
              <a:rPr lang="en-US" b="1" dirty="0"/>
              <a:t>carbon         emissions and environmental degradation</a:t>
            </a:r>
            <a:r>
              <a:rPr lang="en-US" dirty="0"/>
              <a:t>.</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Using </a:t>
            </a:r>
            <a:r>
              <a:rPr lang="en-US" b="1" dirty="0"/>
              <a:t>Artificial Intelligence and Machine Learning</a:t>
            </a:r>
            <a:r>
              <a:rPr lang="en-US" dirty="0"/>
              <a:t>, we can predict building energy usage and design </a:t>
            </a:r>
            <a:r>
              <a:rPr lang="en-US" b="1" dirty="0"/>
              <a:t>more energy-efficient structure</a:t>
            </a:r>
          </a:p>
          <a:p>
            <a:pPr marL="342900" indent="-342900">
              <a:buFont typeface="Wingdings" panose="05000000000000000000" pitchFamily="2" charset="2"/>
              <a:buChar char="q"/>
            </a:pPr>
            <a:endParaRPr lang="en-US" b="1" dirty="0"/>
          </a:p>
          <a:p>
            <a:pPr marL="342900" indent="-342900">
              <a:buFont typeface="Wingdings" panose="05000000000000000000" pitchFamily="2" charset="2"/>
              <a:buChar char="q"/>
            </a:pPr>
            <a:r>
              <a:rPr lang="en-US" dirty="0"/>
              <a:t>Buildings consume a large portion of global energy</a:t>
            </a:r>
          </a:p>
          <a:p>
            <a:r>
              <a:rPr lang="en-US" dirty="0"/>
              <a:t>     Energy wastage increases carbon emissions</a:t>
            </a:r>
          </a:p>
          <a:p>
            <a:endParaRPr lang="en-US" dirty="0"/>
          </a:p>
          <a:p>
            <a:pPr marL="342900" indent="-342900">
              <a:buFont typeface="Wingdings" panose="05000000000000000000" pitchFamily="2" charset="2"/>
              <a:buChar char="q"/>
            </a:pPr>
            <a:r>
              <a:rPr lang="en-US" dirty="0"/>
              <a:t>AI models can help predict and optimize energy consumption</a:t>
            </a:r>
          </a:p>
          <a:p>
            <a:pPr marL="342900" indent="-342900">
              <a:buFont typeface="Wingdings" panose="05000000000000000000" pitchFamily="2" charset="2"/>
              <a:buChar char="q"/>
            </a:pPr>
            <a:endParaRPr lang="en-US" dirty="0"/>
          </a:p>
        </p:txBody>
      </p:sp>
      <p:sp>
        <p:nvSpPr>
          <p:cNvPr id="10" name="TextBox 9">
            <a:extLst>
              <a:ext uri="{FF2B5EF4-FFF2-40B4-BE49-F238E27FC236}">
                <a16:creationId xmlns:a16="http://schemas.microsoft.com/office/drawing/2014/main" id="{5DB1BC4A-9C06-38DD-7C54-031675AB8B42}"/>
              </a:ext>
            </a:extLst>
          </p:cNvPr>
          <p:cNvSpPr txBox="1"/>
          <p:nvPr/>
        </p:nvSpPr>
        <p:spPr>
          <a:xfrm>
            <a:off x="3143954" y="1034410"/>
            <a:ext cx="5904091" cy="584775"/>
          </a:xfrm>
          <a:prstGeom prst="rect">
            <a:avLst/>
          </a:prstGeom>
          <a:noFill/>
        </p:spPr>
        <p:txBody>
          <a:bodyPr wrap="square">
            <a:spAutoFit/>
          </a:bodyPr>
          <a:lstStyle/>
          <a:p>
            <a:pPr algn="ctr"/>
            <a:r>
              <a:rPr lang="en-IN" sz="3200" b="1" dirty="0">
                <a:solidFill>
                  <a:srgbClr val="213163"/>
                </a:solidFill>
              </a:rPr>
              <a:t>Problem Statement</a:t>
            </a:r>
            <a:endParaRPr lang="en-IN" sz="3200" dirty="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745FE2-9D2D-2F60-0FE7-61EABC1A87E4}"/>
              </a:ext>
            </a:extLst>
          </p:cNvPr>
          <p:cNvSpPr txBox="1"/>
          <p:nvPr/>
        </p:nvSpPr>
        <p:spPr>
          <a:xfrm>
            <a:off x="3046207" y="998891"/>
            <a:ext cx="6099586" cy="584775"/>
          </a:xfrm>
          <a:prstGeom prst="rect">
            <a:avLst/>
          </a:prstGeom>
          <a:noFill/>
        </p:spPr>
        <p:txBody>
          <a:bodyPr wrap="square">
            <a:spAutoFit/>
          </a:bodyPr>
          <a:lstStyle/>
          <a:p>
            <a:pPr algn="ctr"/>
            <a:r>
              <a:rPr lang="en-IN" sz="3200" dirty="0">
                <a:solidFill>
                  <a:srgbClr val="002060"/>
                </a:solidFill>
              </a:rPr>
              <a:t>Key Objectives</a:t>
            </a:r>
          </a:p>
        </p:txBody>
      </p:sp>
      <p:sp>
        <p:nvSpPr>
          <p:cNvPr id="5" name="TextBox 4">
            <a:extLst>
              <a:ext uri="{FF2B5EF4-FFF2-40B4-BE49-F238E27FC236}">
                <a16:creationId xmlns:a16="http://schemas.microsoft.com/office/drawing/2014/main" id="{1CEC7B74-3BFE-B710-89A9-56EFAF4D32EC}"/>
              </a:ext>
            </a:extLst>
          </p:cNvPr>
          <p:cNvSpPr txBox="1"/>
          <p:nvPr/>
        </p:nvSpPr>
        <p:spPr>
          <a:xfrm>
            <a:off x="1269402" y="2635622"/>
            <a:ext cx="11618258" cy="1815882"/>
          </a:xfrm>
          <a:prstGeom prst="rect">
            <a:avLst/>
          </a:prstGeom>
          <a:noFill/>
        </p:spPr>
        <p:txBody>
          <a:bodyPr wrap="square">
            <a:spAutoFit/>
          </a:bodyPr>
          <a:lstStyle/>
          <a:p>
            <a:pPr marL="457200" indent="-457200">
              <a:buFont typeface="Wingdings" panose="05000000000000000000" pitchFamily="2" charset="2"/>
              <a:buChar char="q"/>
            </a:pPr>
            <a:r>
              <a:rPr lang="en-US" sz="2800" dirty="0"/>
              <a:t>Analyze energy consumption patterns</a:t>
            </a:r>
          </a:p>
          <a:p>
            <a:pPr marL="457200" indent="-457200">
              <a:buFont typeface="Wingdings" panose="05000000000000000000" pitchFamily="2" charset="2"/>
              <a:buChar char="q"/>
            </a:pPr>
            <a:r>
              <a:rPr lang="en-US" sz="2800" dirty="0"/>
              <a:t>Predict building heating and cooling loads</a:t>
            </a:r>
          </a:p>
          <a:p>
            <a:pPr marL="457200" indent="-457200">
              <a:buFont typeface="Wingdings" panose="05000000000000000000" pitchFamily="2" charset="2"/>
              <a:buChar char="q"/>
            </a:pPr>
            <a:r>
              <a:rPr lang="en-US" sz="2800" dirty="0"/>
              <a:t>Reduce energy wastage</a:t>
            </a:r>
          </a:p>
          <a:p>
            <a:pPr marL="457200" indent="-457200">
              <a:buFont typeface="Wingdings" panose="05000000000000000000" pitchFamily="2" charset="2"/>
              <a:buChar char="q"/>
            </a:pPr>
            <a:r>
              <a:rPr lang="en-US" sz="2800" dirty="0"/>
              <a:t>Support sustainable infrastructure planning</a:t>
            </a:r>
          </a:p>
        </p:txBody>
      </p:sp>
    </p:spTree>
    <p:extLst>
      <p:ext uri="{BB962C8B-B14F-4D97-AF65-F5344CB8AC3E}">
        <p14:creationId xmlns:p14="http://schemas.microsoft.com/office/powerpoint/2010/main" val="312145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628650" y="1825625"/>
            <a:ext cx="7886700" cy="4351338"/>
          </a:xfrm>
          <a:prstGeom prst="rect">
            <a:avLst/>
          </a:prstGeom>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3000" b="1" dirty="0"/>
              <a:t>Approach:</a:t>
            </a:r>
          </a:p>
          <a:p>
            <a:r>
              <a:rPr lang="en-US" sz="3000" dirty="0"/>
              <a:t>  </a:t>
            </a:r>
          </a:p>
          <a:p>
            <a:r>
              <a:rPr lang="en-US" sz="3000" dirty="0"/>
              <a:t> Steps followed in this project:</a:t>
            </a:r>
          </a:p>
          <a:p>
            <a:pPr marL="342900" indent="-342900">
              <a:buFont typeface="Wingdings" panose="05000000000000000000" pitchFamily="2" charset="2"/>
              <a:buChar char="q"/>
            </a:pPr>
            <a:r>
              <a:rPr lang="en-US" sz="3000" dirty="0"/>
              <a:t>Data collection</a:t>
            </a:r>
          </a:p>
          <a:p>
            <a:pPr marL="342900" indent="-342900">
              <a:buFont typeface="Wingdings" panose="05000000000000000000" pitchFamily="2" charset="2"/>
              <a:buChar char="q"/>
            </a:pPr>
            <a:r>
              <a:rPr lang="en-US" sz="3000" dirty="0"/>
              <a:t>Data preprocessing</a:t>
            </a:r>
          </a:p>
          <a:p>
            <a:pPr marL="342900" indent="-342900">
              <a:buFont typeface="Wingdings" panose="05000000000000000000" pitchFamily="2" charset="2"/>
              <a:buChar char="q"/>
            </a:pPr>
            <a:r>
              <a:rPr lang="en-US" sz="3000" dirty="0"/>
              <a:t>Exploratory Data Analysis</a:t>
            </a:r>
          </a:p>
          <a:p>
            <a:pPr marL="342900" indent="-342900">
              <a:buFont typeface="Wingdings" panose="05000000000000000000" pitchFamily="2" charset="2"/>
              <a:buChar char="q"/>
            </a:pPr>
            <a:r>
              <a:rPr lang="en-US" sz="3000" dirty="0"/>
              <a:t>Feature selection</a:t>
            </a:r>
          </a:p>
          <a:p>
            <a:pPr marL="342900" indent="-342900">
              <a:buFont typeface="Wingdings" panose="05000000000000000000" pitchFamily="2" charset="2"/>
              <a:buChar char="q"/>
            </a:pPr>
            <a:r>
              <a:rPr lang="en-US" sz="3000" dirty="0"/>
              <a:t>Model training using Deep Learning</a:t>
            </a:r>
          </a:p>
          <a:p>
            <a:pPr marL="342900" indent="-342900">
              <a:buFont typeface="Wingdings" panose="05000000000000000000" pitchFamily="2" charset="2"/>
              <a:buChar char="q"/>
            </a:pPr>
            <a:r>
              <a:rPr lang="en-US" sz="3000" dirty="0"/>
              <a:t>Model evaluation</a:t>
            </a:r>
          </a:p>
          <a:p>
            <a:pPr marL="342900" indent="-342900">
              <a:buFont typeface="Wingdings" panose="05000000000000000000" pitchFamily="2" charset="2"/>
              <a:buChar char="q"/>
            </a:pPr>
            <a:r>
              <a:rPr lang="en-US" sz="3000" dirty="0"/>
              <a:t>Visualization of results</a:t>
            </a:r>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0A86DC2D-04B5-6DF2-25D3-F5C8914AB624}"/>
              </a:ext>
            </a:extLst>
          </p:cNvPr>
          <p:cNvSpPr txBox="1"/>
          <p:nvPr/>
        </p:nvSpPr>
        <p:spPr>
          <a:xfrm>
            <a:off x="3143954" y="918749"/>
            <a:ext cx="5904091" cy="584775"/>
          </a:xfrm>
          <a:prstGeom prst="rect">
            <a:avLst/>
          </a:prstGeom>
          <a:noFill/>
        </p:spPr>
        <p:txBody>
          <a:bodyPr wrap="square">
            <a:spAutoFit/>
          </a:bodyPr>
          <a:lstStyle/>
          <a:p>
            <a:pPr algn="ctr"/>
            <a:r>
              <a:rPr lang="en-IN" sz="3200" b="1" dirty="0">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4D4003-6F14-4354-0723-9F2098E698DD}"/>
              </a:ext>
            </a:extLst>
          </p:cNvPr>
          <p:cNvSpPr txBox="1"/>
          <p:nvPr/>
        </p:nvSpPr>
        <p:spPr>
          <a:xfrm>
            <a:off x="-665180" y="998892"/>
            <a:ext cx="6099586" cy="584775"/>
          </a:xfrm>
          <a:prstGeom prst="rect">
            <a:avLst/>
          </a:prstGeom>
          <a:noFill/>
        </p:spPr>
        <p:txBody>
          <a:bodyPr wrap="square">
            <a:spAutoFit/>
          </a:bodyPr>
          <a:lstStyle/>
          <a:p>
            <a:pPr algn="ctr"/>
            <a:r>
              <a:rPr lang="en-IN" sz="3200" dirty="0">
                <a:solidFill>
                  <a:srgbClr val="002060"/>
                </a:solidFill>
              </a:rPr>
              <a:t>Algorithms Used</a:t>
            </a:r>
          </a:p>
        </p:txBody>
      </p:sp>
      <p:sp>
        <p:nvSpPr>
          <p:cNvPr id="5" name="TextBox 4">
            <a:extLst>
              <a:ext uri="{FF2B5EF4-FFF2-40B4-BE49-F238E27FC236}">
                <a16:creationId xmlns:a16="http://schemas.microsoft.com/office/drawing/2014/main" id="{2803ABC9-E7C7-7527-49CF-A284EC5CF669}"/>
              </a:ext>
            </a:extLst>
          </p:cNvPr>
          <p:cNvSpPr txBox="1"/>
          <p:nvPr/>
        </p:nvSpPr>
        <p:spPr>
          <a:xfrm>
            <a:off x="790686" y="1888388"/>
            <a:ext cx="8912711" cy="3540200"/>
          </a:xfrm>
          <a:prstGeom prst="rect">
            <a:avLst/>
          </a:prstGeom>
          <a:noFill/>
        </p:spPr>
        <p:txBody>
          <a:bodyPr wrap="square">
            <a:spAutoFit/>
          </a:bodyPr>
          <a:lstStyle/>
          <a:p>
            <a:pPr marL="457200" indent="-457200">
              <a:buAutoNum type="arabicPeriod"/>
            </a:pPr>
            <a:r>
              <a:rPr lang="en-US" b="1" dirty="0"/>
              <a:t>Linear Regression </a:t>
            </a:r>
            <a:endParaRPr lang="en-US" dirty="0"/>
          </a:p>
          <a:p>
            <a:pPr>
              <a:buFont typeface="Arial" panose="020B0604020202020204" pitchFamily="34" charset="0"/>
              <a:buChar char="•"/>
            </a:pPr>
            <a:r>
              <a:rPr lang="en-US" dirty="0"/>
              <a:t>Used to predict building energy consumption based on input features like occupancy, weather conditions, and historical energy data.</a:t>
            </a:r>
          </a:p>
          <a:p>
            <a:pPr>
              <a:buFont typeface="Arial" panose="020B0604020202020204" pitchFamily="34" charset="0"/>
              <a:buChar char="•"/>
            </a:pPr>
            <a:r>
              <a:rPr lang="en-US" dirty="0"/>
              <a:t>It is simple and effective for predicting continuous values.</a:t>
            </a:r>
          </a:p>
          <a:p>
            <a:pPr>
              <a:buNone/>
            </a:pPr>
            <a:r>
              <a:rPr lang="en-US" b="1" dirty="0"/>
              <a:t>2. Random Forest</a:t>
            </a:r>
            <a:endParaRPr lang="en-US" dirty="0"/>
          </a:p>
          <a:p>
            <a:pPr>
              <a:buFont typeface="Arial" panose="020B0604020202020204" pitchFamily="34" charset="0"/>
              <a:buChar char="•"/>
            </a:pPr>
            <a:r>
              <a:rPr lang="en-US" dirty="0"/>
              <a:t>Used to improve prediction accuracy by combining multiple decision trees.</a:t>
            </a:r>
          </a:p>
          <a:p>
            <a:pPr>
              <a:buFont typeface="Arial" panose="020B0604020202020204" pitchFamily="34" charset="0"/>
              <a:buChar char="•"/>
            </a:pPr>
            <a:r>
              <a:rPr lang="en-US" dirty="0"/>
              <a:t>Helps handle complex relationships between building parameters and energy consumption.</a:t>
            </a:r>
          </a:p>
          <a:p>
            <a:pPr>
              <a:buNone/>
            </a:pPr>
            <a:r>
              <a:rPr lang="en-US" b="1" dirty="0"/>
              <a:t>3. Deep Neural Network (Deep Learning)</a:t>
            </a:r>
            <a:endParaRPr lang="en-US" dirty="0"/>
          </a:p>
          <a:p>
            <a:pPr>
              <a:buFont typeface="Arial" panose="020B0604020202020204" pitchFamily="34" charset="0"/>
              <a:buChar char="•"/>
            </a:pPr>
            <a:r>
              <a:rPr lang="en-US" dirty="0"/>
              <a:t>Used to analyze complex patterns in large datasets.</a:t>
            </a:r>
          </a:p>
          <a:p>
            <a:pPr>
              <a:buFont typeface="Arial" panose="020B0604020202020204" pitchFamily="34" charset="0"/>
              <a:buChar char="•"/>
            </a:pPr>
            <a:r>
              <a:rPr lang="en-US" dirty="0"/>
              <a:t>It improves prediction performance when multiple features like weather, occupancy, and building structure are involved.</a:t>
            </a:r>
          </a:p>
        </p:txBody>
      </p:sp>
    </p:spTree>
    <p:extLst>
      <p:ext uri="{BB962C8B-B14F-4D97-AF65-F5344CB8AC3E}">
        <p14:creationId xmlns:p14="http://schemas.microsoft.com/office/powerpoint/2010/main" val="921938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79C722-644A-AE0F-9597-E3A44316EEEB}"/>
              </a:ext>
            </a:extLst>
          </p:cNvPr>
          <p:cNvSpPr txBox="1"/>
          <p:nvPr/>
        </p:nvSpPr>
        <p:spPr>
          <a:xfrm>
            <a:off x="2927873" y="1343135"/>
            <a:ext cx="6099586" cy="584775"/>
          </a:xfrm>
          <a:prstGeom prst="rect">
            <a:avLst/>
          </a:prstGeom>
          <a:noFill/>
        </p:spPr>
        <p:txBody>
          <a:bodyPr wrap="square">
            <a:spAutoFit/>
          </a:bodyPr>
          <a:lstStyle/>
          <a:p>
            <a:pPr algn="ctr"/>
            <a:r>
              <a:rPr lang="en-IN" sz="3200" b="1" dirty="0">
                <a:solidFill>
                  <a:srgbClr val="002060"/>
                </a:solidFill>
              </a:rPr>
              <a:t>Technologies Used</a:t>
            </a:r>
          </a:p>
        </p:txBody>
      </p:sp>
      <p:sp>
        <p:nvSpPr>
          <p:cNvPr id="5" name="TextBox 4">
            <a:extLst>
              <a:ext uri="{FF2B5EF4-FFF2-40B4-BE49-F238E27FC236}">
                <a16:creationId xmlns:a16="http://schemas.microsoft.com/office/drawing/2014/main" id="{E49F3008-198E-1F88-7AF3-B776EEA729FD}"/>
              </a:ext>
            </a:extLst>
          </p:cNvPr>
          <p:cNvSpPr txBox="1"/>
          <p:nvPr/>
        </p:nvSpPr>
        <p:spPr>
          <a:xfrm>
            <a:off x="968188" y="2764715"/>
            <a:ext cx="11935609" cy="1938992"/>
          </a:xfrm>
          <a:prstGeom prst="rect">
            <a:avLst/>
          </a:prstGeom>
          <a:noFill/>
        </p:spPr>
        <p:txBody>
          <a:bodyPr wrap="square">
            <a:spAutoFit/>
          </a:bodyPr>
          <a:lstStyle/>
          <a:p>
            <a:pPr marL="342900" indent="-342900">
              <a:buFont typeface="Arial" panose="020B0604020202020204" pitchFamily="34" charset="0"/>
              <a:buChar char="•"/>
            </a:pPr>
            <a:r>
              <a:rPr lang="en-IN" sz="2400" dirty="0"/>
              <a:t>Python</a:t>
            </a:r>
          </a:p>
          <a:p>
            <a:pPr marL="342900" indent="-342900">
              <a:buFont typeface="Arial" panose="020B0604020202020204" pitchFamily="34" charset="0"/>
              <a:buChar char="•"/>
            </a:pPr>
            <a:r>
              <a:rPr lang="en-IN" sz="2400" dirty="0"/>
              <a:t>Pandas for data analysis</a:t>
            </a:r>
          </a:p>
          <a:p>
            <a:pPr marL="342900" indent="-342900">
              <a:buFont typeface="Arial" panose="020B0604020202020204" pitchFamily="34" charset="0"/>
              <a:buChar char="•"/>
            </a:pPr>
            <a:r>
              <a:rPr lang="en-IN" sz="2400" dirty="0"/>
              <a:t>NumPy for numerical computing</a:t>
            </a:r>
          </a:p>
          <a:p>
            <a:pPr marL="342900" indent="-342900">
              <a:buFont typeface="Arial" panose="020B0604020202020204" pitchFamily="34" charset="0"/>
              <a:buChar char="•"/>
            </a:pPr>
            <a:r>
              <a:rPr lang="en-IN" sz="2400" dirty="0"/>
              <a:t>Matplotlib for visualization</a:t>
            </a:r>
          </a:p>
          <a:p>
            <a:pPr marL="342900" indent="-342900">
              <a:buFont typeface="Arial" panose="020B0604020202020204" pitchFamily="34" charset="0"/>
              <a:buChar char="•"/>
            </a:pPr>
            <a:r>
              <a:rPr lang="en-IN" sz="2400" dirty="0"/>
              <a:t>TensorFlow / </a:t>
            </a:r>
            <a:r>
              <a:rPr lang="en-IN" sz="2400" dirty="0" err="1"/>
              <a:t>Keras</a:t>
            </a:r>
            <a:r>
              <a:rPr lang="en-IN" sz="2400" dirty="0"/>
              <a:t> for deep learning</a:t>
            </a:r>
          </a:p>
        </p:txBody>
      </p:sp>
    </p:spTree>
    <p:extLst>
      <p:ext uri="{BB962C8B-B14F-4D97-AF65-F5344CB8AC3E}">
        <p14:creationId xmlns:p14="http://schemas.microsoft.com/office/powerpoint/2010/main" val="366822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628650" y="1825625"/>
            <a:ext cx="7886700"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t>Model Performance</a:t>
            </a:r>
            <a:r>
              <a:rPr lang="en-US" dirty="0"/>
              <a:t>:</a:t>
            </a:r>
          </a:p>
          <a:p>
            <a:r>
              <a:rPr lang="en-US" dirty="0"/>
              <a:t>The machine learning models were trained to predict building energy consumption based on building parameters and environmental conditions.</a:t>
            </a:r>
          </a:p>
          <a:p>
            <a:pPr marL="342900" indent="-342900">
              <a:buFont typeface="Wingdings" panose="05000000000000000000" pitchFamily="2" charset="2"/>
              <a:buChar char="q"/>
            </a:pPr>
            <a:r>
              <a:rPr lang="en-US" b="1" dirty="0"/>
              <a:t>Linear Regression Accuracy:</a:t>
            </a:r>
            <a:r>
              <a:rPr lang="en-US" dirty="0"/>
              <a:t> 85%</a:t>
            </a:r>
          </a:p>
          <a:p>
            <a:pPr marL="342900" indent="-342900">
              <a:buFont typeface="Wingdings" panose="05000000000000000000" pitchFamily="2" charset="2"/>
              <a:buChar char="q"/>
            </a:pPr>
            <a:r>
              <a:rPr lang="en-US" b="1" dirty="0"/>
              <a:t>Random Forest Accuracy:</a:t>
            </a:r>
            <a:r>
              <a:rPr lang="en-US" dirty="0"/>
              <a:t> 91%</a:t>
            </a:r>
          </a:p>
          <a:p>
            <a:pPr marL="342900" indent="-342900">
              <a:buFont typeface="Wingdings" panose="05000000000000000000" pitchFamily="2" charset="2"/>
              <a:buChar char="q"/>
            </a:pPr>
            <a:r>
              <a:rPr lang="en-US" b="1" dirty="0"/>
              <a:t>Deep Learning Model Accuracy:</a:t>
            </a:r>
            <a:r>
              <a:rPr lang="en-US" dirty="0"/>
              <a:t> 94%</a:t>
            </a:r>
          </a:p>
          <a:p>
            <a:pPr marL="342900" indent="-342900">
              <a:buFont typeface="Wingdings" panose="05000000000000000000" pitchFamily="2" charset="2"/>
              <a:buChar char="q"/>
            </a:pPr>
            <a:r>
              <a:rPr lang="en-US" b="1" dirty="0"/>
              <a:t>RMSE (Root Mean Square Error):</a:t>
            </a:r>
            <a:r>
              <a:rPr lang="en-US" dirty="0"/>
              <a:t> Shows low prediction error indicating good model performance.</a:t>
            </a:r>
          </a:p>
          <a:p>
            <a:r>
              <a:rPr lang="en-US" dirty="0"/>
              <a:t>The results show that the </a:t>
            </a:r>
            <a:r>
              <a:rPr lang="en-US" b="1" dirty="0"/>
              <a:t>Deep Learning model performed better</a:t>
            </a:r>
            <a:r>
              <a:rPr lang="en-US" dirty="0"/>
              <a:t> in predicting energy consumption.</a:t>
            </a:r>
          </a:p>
        </p:txBody>
      </p:sp>
      <p:sp>
        <p:nvSpPr>
          <p:cNvPr id="8" name="TextBox 7">
            <a:extLst>
              <a:ext uri="{FF2B5EF4-FFF2-40B4-BE49-F238E27FC236}">
                <a16:creationId xmlns:a16="http://schemas.microsoft.com/office/drawing/2014/main"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465BCE-1D0F-586C-D0B1-65E65244E5CD}"/>
              </a:ext>
            </a:extLst>
          </p:cNvPr>
          <p:cNvPicPr>
            <a:picLocks noChangeAspect="1"/>
          </p:cNvPicPr>
          <p:nvPr/>
        </p:nvPicPr>
        <p:blipFill>
          <a:blip r:embed="rId3"/>
          <a:stretch>
            <a:fillRect/>
          </a:stretch>
        </p:blipFill>
        <p:spPr>
          <a:xfrm>
            <a:off x="535904" y="2188506"/>
            <a:ext cx="4552624" cy="3685843"/>
          </a:xfrm>
          <a:prstGeom prst="rect">
            <a:avLst/>
          </a:prstGeom>
        </p:spPr>
      </p:pic>
      <p:pic>
        <p:nvPicPr>
          <p:cNvPr id="5" name="Picture 4">
            <a:extLst>
              <a:ext uri="{FF2B5EF4-FFF2-40B4-BE49-F238E27FC236}">
                <a16:creationId xmlns:a16="http://schemas.microsoft.com/office/drawing/2014/main" id="{5874F1A0-23EC-A36D-DC4B-0388C9CBAC9F}"/>
              </a:ext>
            </a:extLst>
          </p:cNvPr>
          <p:cNvPicPr>
            <a:picLocks noChangeAspect="1"/>
          </p:cNvPicPr>
          <p:nvPr/>
        </p:nvPicPr>
        <p:blipFill>
          <a:blip r:embed="rId4"/>
          <a:stretch>
            <a:fillRect/>
          </a:stretch>
        </p:blipFill>
        <p:spPr>
          <a:xfrm>
            <a:off x="6549430" y="2188506"/>
            <a:ext cx="4726193" cy="3826366"/>
          </a:xfrm>
          <a:prstGeom prst="rect">
            <a:avLst/>
          </a:prstGeom>
        </p:spPr>
      </p:pic>
      <p:sp>
        <p:nvSpPr>
          <p:cNvPr id="7" name="TextBox 6">
            <a:extLst>
              <a:ext uri="{FF2B5EF4-FFF2-40B4-BE49-F238E27FC236}">
                <a16:creationId xmlns:a16="http://schemas.microsoft.com/office/drawing/2014/main" id="{8973A533-F699-7168-E834-0F461CFA932D}"/>
              </a:ext>
            </a:extLst>
          </p:cNvPr>
          <p:cNvSpPr txBox="1"/>
          <p:nvPr/>
        </p:nvSpPr>
        <p:spPr>
          <a:xfrm>
            <a:off x="535904" y="1002477"/>
            <a:ext cx="6099586" cy="379656"/>
          </a:xfrm>
          <a:prstGeom prst="rect">
            <a:avLst/>
          </a:prstGeom>
          <a:noFill/>
        </p:spPr>
        <p:txBody>
          <a:bodyPr wrap="square">
            <a:spAutoFit/>
          </a:bodyPr>
          <a:lstStyle/>
          <a:p>
            <a:r>
              <a:rPr lang="en-US" b="1" dirty="0">
                <a:solidFill>
                  <a:srgbClr val="002060"/>
                </a:solidFill>
              </a:rPr>
              <a:t>Graphs/visualization</a:t>
            </a:r>
            <a:endParaRPr lang="en-IN" b="1" dirty="0">
              <a:solidFill>
                <a:srgbClr val="002060"/>
              </a:solidFill>
            </a:endParaRPr>
          </a:p>
        </p:txBody>
      </p:sp>
    </p:spTree>
    <p:extLst>
      <p:ext uri="{BB962C8B-B14F-4D97-AF65-F5344CB8AC3E}">
        <p14:creationId xmlns:p14="http://schemas.microsoft.com/office/powerpoint/2010/main" val="2052976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597744" y="2060990"/>
            <a:ext cx="78867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dirty="0"/>
          </a:p>
          <a:p>
            <a:r>
              <a:rPr lang="en-US" b="1" dirty="0"/>
              <a:t>Key Insights:</a:t>
            </a:r>
          </a:p>
          <a:p>
            <a:pPr marL="342900" indent="-342900">
              <a:buFont typeface="Arial" panose="020B0604020202020204" pitchFamily="34" charset="0"/>
              <a:buChar char="•"/>
            </a:pPr>
            <a:r>
              <a:rPr lang="en-US" dirty="0"/>
              <a:t>Buildings with higher glazing area require more cooling.</a:t>
            </a:r>
          </a:p>
          <a:p>
            <a:pPr marL="342900" indent="-342900">
              <a:buFont typeface="Arial" panose="020B0604020202020204" pitchFamily="34" charset="0"/>
              <a:buChar char="•"/>
            </a:pPr>
            <a:r>
              <a:rPr lang="en-US" dirty="0"/>
              <a:t>Wall area significantly affects heating load.</a:t>
            </a:r>
          </a:p>
          <a:p>
            <a:pPr marL="342900" indent="-342900">
              <a:buFont typeface="Arial" panose="020B0604020202020204" pitchFamily="34" charset="0"/>
              <a:buChar char="•"/>
            </a:pPr>
            <a:r>
              <a:rPr lang="en-US" dirty="0"/>
              <a:t>Deep learning models capture complex environmental relationships.</a:t>
            </a:r>
          </a:p>
          <a:p>
            <a:br>
              <a:rPr lang="en-US" dirty="0"/>
            </a:br>
            <a:r>
              <a:rPr lang="en-US" b="1" dirty="0"/>
              <a:t>Challenges Faced:</a:t>
            </a:r>
          </a:p>
          <a:p>
            <a:pPr marL="342900" indent="-342900">
              <a:buFont typeface="Arial" panose="020B0604020202020204" pitchFamily="34" charset="0"/>
              <a:buChar char="•"/>
            </a:pPr>
            <a:r>
              <a:rPr lang="en-US" dirty="0"/>
              <a:t>Data imbalance</a:t>
            </a:r>
          </a:p>
          <a:p>
            <a:pPr marL="342900" indent="-342900">
              <a:buFont typeface="Arial" panose="020B0604020202020204" pitchFamily="34" charset="0"/>
              <a:buChar char="•"/>
            </a:pPr>
            <a:r>
              <a:rPr lang="en-US" dirty="0"/>
              <a:t>Feature scaling issues</a:t>
            </a:r>
          </a:p>
          <a:p>
            <a:pPr marL="342900" indent="-342900">
              <a:buFont typeface="Arial" panose="020B0604020202020204" pitchFamily="34" charset="0"/>
              <a:buChar char="•"/>
            </a:pPr>
            <a:r>
              <a:rPr lang="en-US" dirty="0"/>
              <a:t>Hyperparameter </a:t>
            </a:r>
            <a:r>
              <a:rPr lang="en-IN" dirty="0"/>
              <a:t>tuning</a:t>
            </a:r>
            <a:endParaRPr lang="en-US" dirty="0"/>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516367" y="1742739"/>
            <a:ext cx="8201780" cy="484301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t>Sustainability Impact:</a:t>
            </a:r>
          </a:p>
          <a:p>
            <a:r>
              <a:rPr lang="en-US" dirty="0"/>
              <a:t>This AI model can help:</a:t>
            </a:r>
          </a:p>
          <a:p>
            <a:pPr marL="342900" indent="-342900">
              <a:buFont typeface="Wingdings" panose="05000000000000000000" pitchFamily="2" charset="2"/>
              <a:buChar char="ü"/>
            </a:pPr>
            <a:r>
              <a:rPr lang="en-US" dirty="0"/>
              <a:t>Reduce energy consumption</a:t>
            </a:r>
          </a:p>
          <a:p>
            <a:pPr marL="342900" indent="-342900">
              <a:buFont typeface="Wingdings" panose="05000000000000000000" pitchFamily="2" charset="2"/>
              <a:buChar char="ü"/>
            </a:pPr>
            <a:r>
              <a:rPr lang="en-US" dirty="0"/>
              <a:t>Design eco-friendly buildings</a:t>
            </a:r>
          </a:p>
          <a:p>
            <a:pPr marL="342900" indent="-342900">
              <a:buFont typeface="Wingdings" panose="05000000000000000000" pitchFamily="2" charset="2"/>
              <a:buChar char="ü"/>
            </a:pPr>
            <a:r>
              <a:rPr lang="en-US" dirty="0"/>
              <a:t>Lower carbon emissions</a:t>
            </a:r>
          </a:p>
          <a:p>
            <a:pPr marL="342900" indent="-342900">
              <a:buFont typeface="Wingdings" panose="05000000000000000000" pitchFamily="2" charset="2"/>
              <a:buChar char="ü"/>
            </a:pPr>
            <a:r>
              <a:rPr lang="en-US" dirty="0"/>
              <a:t>Improve energy efficiency</a:t>
            </a:r>
          </a:p>
          <a:p>
            <a:pPr marL="342900" indent="-342900">
              <a:buFont typeface="Wingdings" panose="05000000000000000000" pitchFamily="2" charset="2"/>
              <a:buChar char="ü"/>
            </a:pPr>
            <a:r>
              <a:rPr lang="en-US" dirty="0"/>
              <a:t>This supports </a:t>
            </a:r>
            <a:r>
              <a:rPr lang="en-US" b="1" dirty="0"/>
              <a:t>green development and sustainability goals</a:t>
            </a:r>
            <a:r>
              <a:rPr lang="en-US" dirty="0"/>
              <a:t>.</a:t>
            </a:r>
          </a:p>
          <a:p>
            <a:pPr marL="342900" indent="-342900">
              <a:buFont typeface="Wingdings" panose="05000000000000000000" pitchFamily="2" charset="2"/>
              <a:buChar char="ü"/>
            </a:pPr>
            <a:endParaRPr lang="en-US" dirty="0"/>
          </a:p>
          <a:p>
            <a:r>
              <a:rPr lang="en-US" b="1" dirty="0"/>
              <a:t>Practical Implementation:</a:t>
            </a:r>
          </a:p>
          <a:p>
            <a:pPr marL="342900" indent="-342900">
              <a:buFont typeface="Wingdings" panose="05000000000000000000" pitchFamily="2" charset="2"/>
              <a:buChar char="ü"/>
            </a:pPr>
            <a:r>
              <a:rPr lang="en-US" dirty="0"/>
              <a:t>The system can be used in:</a:t>
            </a:r>
          </a:p>
          <a:p>
            <a:pPr marL="342900" indent="-342900">
              <a:buFont typeface="Wingdings" panose="05000000000000000000" pitchFamily="2" charset="2"/>
              <a:buChar char="ü"/>
            </a:pPr>
            <a:r>
              <a:rPr lang="en-US" dirty="0"/>
              <a:t>Smart buildings energy management systems</a:t>
            </a:r>
          </a:p>
          <a:p>
            <a:pPr marL="342900" indent="-342900">
              <a:buFont typeface="Wingdings" panose="05000000000000000000" pitchFamily="2" charset="2"/>
              <a:buChar char="ü"/>
            </a:pPr>
            <a:r>
              <a:rPr lang="en-US" dirty="0"/>
              <a:t>Smart city planning</a:t>
            </a:r>
          </a:p>
          <a:p>
            <a:pPr marL="342900" indent="-342900">
              <a:buFont typeface="Wingdings" panose="05000000000000000000" pitchFamily="2" charset="2"/>
              <a:buChar char="ü"/>
            </a:pPr>
            <a:r>
              <a:rPr lang="en-US" dirty="0"/>
              <a:t>Green architecture design</a:t>
            </a:r>
          </a:p>
          <a:p>
            <a:pPr marL="342900" indent="-342900">
              <a:buFont typeface="Wingdings" panose="05000000000000000000" pitchFamily="2" charset="2"/>
              <a:buChar char="ü"/>
            </a:pPr>
            <a:r>
              <a:rPr lang="en-US" dirty="0"/>
              <a:t>Energy monitoring systems for industries</a:t>
            </a:r>
          </a:p>
          <a:p>
            <a:endParaRPr lang="en-US" dirty="0"/>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81222" y="1818057"/>
            <a:ext cx="7438373" cy="3970318"/>
          </a:xfrm>
          <a:prstGeom prst="rect">
            <a:avLst/>
          </a:prstGeom>
          <a:noFill/>
        </p:spPr>
        <p:txBody>
          <a:bodyPr wrap="square" rtlCol="0">
            <a:spAutoFit/>
          </a:bodyPr>
          <a:lstStyle/>
          <a:p>
            <a:r>
              <a:rPr lang="en-US" sz="1800" b="1" dirty="0"/>
              <a:t>Summary:</a:t>
            </a:r>
          </a:p>
          <a:p>
            <a:endParaRPr lang="en-US" sz="1800" b="1" dirty="0"/>
          </a:p>
          <a:p>
            <a:r>
              <a:rPr lang="en-US" sz="1800" dirty="0"/>
              <a:t>This project used Artificial Intelligence and Machine Learning techniques to predict energy consumption in buildings. By analyzing building parameters such as occupancy, weather conditions, and historical energy usage, the model was able to predict energy consumption effectively. The results showed that machine learning models like Random Forest and Deep Learning can significantly improve prediction accuracy. This approach helps in reducing energy wastage and supports the development of sustainable and energy-efficient buildings.</a:t>
            </a:r>
          </a:p>
          <a:p>
            <a:br>
              <a:rPr lang="en-US" sz="1800" dirty="0"/>
            </a:br>
            <a:endParaRPr lang="en-US" sz="1800" dirty="0"/>
          </a:p>
          <a:p>
            <a:pPr marL="228600" indent="-228600">
              <a:spcAft>
                <a:spcPts val="800"/>
              </a:spcAft>
              <a:buFont typeface="Arial" panose="020B0604020202020204" pitchFamily="34" charset="0"/>
              <a:buChar char="•"/>
            </a:pPr>
            <a:endParaRPr lang="en-US" sz="1800" dirty="0">
              <a:latin typeface="+mn-lt"/>
            </a:endParaRP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11E853-A100-17FC-4290-4920D0B291AA}"/>
              </a:ext>
            </a:extLst>
          </p:cNvPr>
          <p:cNvSpPr txBox="1"/>
          <p:nvPr/>
        </p:nvSpPr>
        <p:spPr>
          <a:xfrm>
            <a:off x="806822" y="2710926"/>
            <a:ext cx="10241282" cy="3108543"/>
          </a:xfrm>
          <a:prstGeom prst="rect">
            <a:avLst/>
          </a:prstGeom>
          <a:noFill/>
        </p:spPr>
        <p:txBody>
          <a:bodyPr wrap="square">
            <a:spAutoFit/>
          </a:bodyPr>
          <a:lstStyle/>
          <a:p>
            <a:pPr marL="457200" indent="-457200">
              <a:buFont typeface="Wingdings" panose="05000000000000000000" pitchFamily="2" charset="2"/>
              <a:buChar char="Ø"/>
            </a:pPr>
            <a:r>
              <a:rPr lang="en-US" sz="2800" dirty="0"/>
              <a:t>Use larger real-world datasets to improve model accuracy.</a:t>
            </a:r>
          </a:p>
          <a:p>
            <a:pPr marL="457200" indent="-457200">
              <a:buFont typeface="Wingdings" panose="05000000000000000000" pitchFamily="2" charset="2"/>
              <a:buChar char="Ø"/>
            </a:pPr>
            <a:r>
              <a:rPr lang="en-US" sz="2800" dirty="0"/>
              <a:t>Integrate IoT sensors to collect real-time building energy data.</a:t>
            </a:r>
          </a:p>
          <a:p>
            <a:pPr marL="457200" indent="-457200">
              <a:buFont typeface="Wingdings" panose="05000000000000000000" pitchFamily="2" charset="2"/>
              <a:buChar char="Ø"/>
            </a:pPr>
            <a:r>
              <a:rPr lang="en-US" sz="2800" dirty="0"/>
              <a:t>Implement the system in smart buildings for automatic energy optimization.</a:t>
            </a:r>
          </a:p>
          <a:p>
            <a:pPr marL="457200" indent="-457200">
              <a:buFont typeface="Wingdings" panose="05000000000000000000" pitchFamily="2" charset="2"/>
              <a:buChar char="Ø"/>
            </a:pPr>
            <a:r>
              <a:rPr lang="en-US" sz="2800" dirty="0"/>
              <a:t>Combine AI predictions with renewable energy sources such as solar power.</a:t>
            </a:r>
          </a:p>
        </p:txBody>
      </p:sp>
      <p:sp>
        <p:nvSpPr>
          <p:cNvPr id="5" name="TextBox 4">
            <a:extLst>
              <a:ext uri="{FF2B5EF4-FFF2-40B4-BE49-F238E27FC236}">
                <a16:creationId xmlns:a16="http://schemas.microsoft.com/office/drawing/2014/main" id="{43773D32-6FF3-1844-3B6E-F0E273E87ACC}"/>
              </a:ext>
            </a:extLst>
          </p:cNvPr>
          <p:cNvSpPr txBox="1"/>
          <p:nvPr/>
        </p:nvSpPr>
        <p:spPr>
          <a:xfrm>
            <a:off x="726141" y="1267833"/>
            <a:ext cx="6099586" cy="584775"/>
          </a:xfrm>
          <a:prstGeom prst="rect">
            <a:avLst/>
          </a:prstGeom>
          <a:noFill/>
        </p:spPr>
        <p:txBody>
          <a:bodyPr wrap="square">
            <a:spAutoFit/>
          </a:bodyPr>
          <a:lstStyle/>
          <a:p>
            <a:r>
              <a:rPr lang="en-US" sz="3200" b="1" dirty="0">
                <a:solidFill>
                  <a:srgbClr val="002060"/>
                </a:solidFill>
              </a:rPr>
              <a:t>Future works</a:t>
            </a:r>
            <a:endParaRPr lang="en-IN" sz="3200" b="1" dirty="0">
              <a:solidFill>
                <a:srgbClr val="002060"/>
              </a:solidFill>
            </a:endParaRPr>
          </a:p>
        </p:txBody>
      </p:sp>
    </p:spTree>
    <p:extLst>
      <p:ext uri="{BB962C8B-B14F-4D97-AF65-F5344CB8AC3E}">
        <p14:creationId xmlns:p14="http://schemas.microsoft.com/office/powerpoint/2010/main" val="3544096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988082" y="1170193"/>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96375" y="1950032"/>
            <a:ext cx="5926671" cy="1159292"/>
          </a:xfrm>
          <a:prstGeom prst="rect">
            <a:avLst/>
          </a:prstGeom>
          <a:noFill/>
        </p:spPr>
        <p:txBody>
          <a:bodyPr wrap="square" rtlCol="0">
            <a:spAutoFit/>
          </a:bodyPr>
          <a:lstStyle/>
          <a:p>
            <a:pPr>
              <a:spcAft>
                <a:spcPts val="800"/>
              </a:spcAft>
            </a:pPr>
            <a:endParaRPr lang="en-US" sz="1800" dirty="0">
              <a:latin typeface="+mn-lt"/>
            </a:endParaRPr>
          </a:p>
          <a:p>
            <a:pPr marL="228600" indent="-228600">
              <a:spcAft>
                <a:spcPts val="800"/>
              </a:spcAft>
              <a:buFont typeface="Arial" panose="020B0604020202020204" pitchFamily="34" charset="0"/>
              <a:buChar char="•"/>
            </a:pPr>
            <a:endParaRPr lang="en-US" sz="2000" dirty="0"/>
          </a:p>
          <a:p>
            <a:pPr marL="228600" indent="-228600">
              <a:spcAft>
                <a:spcPts val="800"/>
              </a:spcAft>
              <a:buFont typeface="Arial" panose="020B0604020202020204" pitchFamily="34" charset="0"/>
              <a:buChar char="•"/>
            </a:pPr>
            <a:endParaRPr lang="en-US" sz="1800" dirty="0">
              <a:latin typeface="+mn-lt"/>
            </a:endParaRPr>
          </a:p>
        </p:txBody>
      </p:sp>
      <p:sp>
        <p:nvSpPr>
          <p:cNvPr id="6" name="Rectangle 3">
            <a:extLst>
              <a:ext uri="{FF2B5EF4-FFF2-40B4-BE49-F238E27FC236}">
                <a16:creationId xmlns:a16="http://schemas.microsoft.com/office/drawing/2014/main" id="{8B283FF7-3905-51E6-9C1F-29CCFA3608BE}"/>
              </a:ext>
            </a:extLst>
          </p:cNvPr>
          <p:cNvSpPr>
            <a:spLocks noChangeArrowheads="1"/>
          </p:cNvSpPr>
          <p:nvPr/>
        </p:nvSpPr>
        <p:spPr bwMode="auto">
          <a:xfrm rot="10800000" flipV="1">
            <a:off x="988082" y="1575296"/>
            <a:ext cx="13937523"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https://www.kaggle.com</a:t>
            </a:r>
            <a:r>
              <a:rPr kumimoji="0" lang="en-US" altLang="en-US" sz="1800" b="0" i="0" u="none" strike="noStrike" cap="none" normalizeH="0" baseline="0" dirty="0">
                <a:ln>
                  <a:noFill/>
                </a:ln>
                <a:solidFill>
                  <a:schemeClr val="tx1"/>
                </a:solidFill>
                <a:effectLst/>
                <a:latin typeface="Arial" panose="020B0604020202020204" pitchFamily="34" charset="0"/>
              </a:rPr>
              <a:t> (Energy Efficiency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https://scikit-learn.org</a:t>
            </a:r>
            <a:r>
              <a:rPr kumimoji="0" lang="en-US" altLang="en-US" sz="1800" b="0" i="0" u="none" strike="noStrike" cap="none" normalizeH="0" baseline="0" dirty="0">
                <a:ln>
                  <a:noFill/>
                </a:ln>
                <a:solidFill>
                  <a:schemeClr val="tx1"/>
                </a:solidFill>
                <a:effectLst/>
                <a:latin typeface="Arial" panose="020B0604020202020204" pitchFamily="34" charset="0"/>
              </a:rPr>
              <a:t> (Machine Learning Library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https://pandas.pydata.org</a:t>
            </a:r>
            <a:r>
              <a:rPr kumimoji="0" lang="en-US" altLang="en-US" sz="1800" b="0" i="0" u="none" strike="noStrike" cap="none" normalizeH="0" baseline="0" dirty="0">
                <a:ln>
                  <a:noFill/>
                </a:ln>
                <a:solidFill>
                  <a:schemeClr val="tx1"/>
                </a:solidFill>
                <a:effectLst/>
                <a:latin typeface="Arial" panose="020B0604020202020204" pitchFamily="34" charset="0"/>
              </a:rPr>
              <a:t> (Pandas Documentation)</a:t>
            </a:r>
          </a:p>
          <a:p>
            <a:pPr lvl="0"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https://nump</a:t>
            </a:r>
            <a:r>
              <a:rPr lang="en-US" sz="1800" dirty="0"/>
              <a:t>(</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y.org</a:t>
            </a:r>
            <a:r>
              <a:rPr kumimoji="0" lang="en-US" altLang="en-US" sz="1800" b="0" i="0" u="none" strike="noStrike" cap="none" normalizeH="0" baseline="0" dirty="0">
                <a:ln>
                  <a:noFill/>
                </a:ln>
                <a:solidFill>
                  <a:schemeClr val="tx1"/>
                </a:solidFill>
                <a:effectLst/>
                <a:latin typeface="Arial" panose="020B0604020202020204" pitchFamily="34" charset="0"/>
              </a:rPr>
              <a:t> (NumPy Documentation)</a:t>
            </a:r>
          </a:p>
        </p:txBody>
      </p:sp>
    </p:spTree>
    <p:extLst>
      <p:ext uri="{BB962C8B-B14F-4D97-AF65-F5344CB8AC3E}">
        <p14:creationId xmlns:p14="http://schemas.microsoft.com/office/powerpoint/2010/main" val="1307925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3894</TotalTime>
  <Words>762</Words>
  <Application>Microsoft Office PowerPoint</Application>
  <PresentationFormat>Widescreen</PresentationFormat>
  <Paragraphs>141</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Sohan Gehlot</cp:lastModifiedBy>
  <cp:revision>69</cp:revision>
  <dcterms:modified xsi:type="dcterms:W3CDTF">2026-03-13T19:05:45Z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